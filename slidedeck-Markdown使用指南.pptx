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DO NOT use realistic or computer-generated fonts unless style specifies
- Font rendering must match the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1 of 10, `01-slide-cover.png`
- Type: Cover
Narrative Goal:
Set the deck up as a friendly beginner guide and make Markdown feel simple, practical, and learnable.
Key Content:
- Headline: Markdown 使用指南
- Sub-headline: 用纯文本写出清晰、可转换、易协作的文档
Visual:
A warm notebook-paper page with large hand-drawn title lettering. Around the title are small doodles: `#`, `**`, `-`, backticks, a tiny document icon, and a pencil sketching a simple structure tree.
Layout:
Layout: title-hero. Centered title with subtitle beneath it. Doodles form a loose frame around the text, leaving the center clean and readable.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2 of 10, `02-slide-what-is-markdown.png`
- Type: Content
Narrative Goal:
Explain Markdown in one clear mental model before introducing benefits and syntax.
Key Content:
- Headline: Markdown 是“给文字加结构”的轻量语法
- Sub-headline: 它让你先关注内容，再把格式交给工具渲染
- Body:
  - 纯文本编写文档
  - 用少量符号表达结构
  - 可转换为 HTML、PDF、Word、PPT、LaTeX
Visual:
Hand-drawn flow: plain text note -&gt; structured Markdown note -&gt; polished output files. Use doodled arrows and small export icons. Include tiny labels: “纯文本”, “Markdown 结构”, “多格式输出”.
Layout:
Layout: linear-progression. Three-step horizontal progression with one short note under each stage.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3 of 10, `03-slide-why-markdown.png`
- Type: Content
Narrative Goal:
Show why beginners should care: Markdown reduces formatting friction and keeps documents readable.
Key Content:
- Headline: 为什么 Markdown 学起来很划算？
- Sub-headline: 少量符号，换来长期可维护的文档习惯
- Body:
  - 语法简单：少数符号完成常用排版
  - 可读性强：未渲染也能看出结构
  - 专注内容：减少排版打断
Visual:
Three hand-drawn benefit cards: “简单”, “可读”, “专注”. Each card has a small icon and one highlighted Markdown symbol. Use soft orange underline to connect the cards.
Layout:
Layout: three-columns. Three equal sketch cards across the page, generous whitespace, title above.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4 of 10, `04-slide-plain-text-power.png`
- Type: Content
Narrative Goal:
Explain the practical value of plain-text files: compatibility, durability, and version control.
Key Content:
- Headline: 纯文本让文档更耐用、更好协作
- Sub-headline: `.md` 文件小、开放、跨平台，也适合 Git 比较差异
- Body:
  - 跨系统打开
  - 长期保存安心
  - 适合 Git / GitHub 协作
Visual:
Sketch of a `.md` document in the center, with arrows to laptop, Git branch, cloud folder, and export stack. Make the central document the focal point.
Layout:
Layout: hub-spoke. Central `.md` document node with four surrounding practical benefits.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5 of 10, `05-slide-syntax-map.png`
- Type: Content
Narrative Goal:
Give learners a quick map of the core syntax categories before drilling into examples.
Key Content:
- Headline: 先记住这 5 类基础语法
- Sub-headline: Markdown 的大部分日常写作，都从这些符号开始
- Body:
  - 标题：`#`
  - 段落与换行：空白行
  - 强调、列表、代码：`**`、`-`、反引号
Visual:
A hand-drawn “syntax map” with five branches: 标题, 段落, 强调, 列表, 代码. Each branch has one tiny example symbol.
Layout:
Layout: tree-branching. Main node “基础语法” branches into five labeled doodle nodes.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6 of 10, `06-slide-heading-paragraph.png`
- Type: Content
Narrative Goal:
Teach heading hierarchy and paragraph separation as the first writing habit.
Key Content:
- Headline: 标题和段落决定文档骨架
- Sub-headline: `#` 管层级，空白行管段落
- Body:
  - `#` 一级标题，`##` 二级标题，`###` 三级标题
  - 井号后保留一个空格
  - 空白行分隔段落
Visual:
Notebook page split into left “Markdown 写法” and right “渲染结构”. Show a simple heading tree and paragraph blocks. Keep code snippets short and legible.
Layout:
Layout: binary-comparison. Left side contains handwritten Markdown snippets, right side shows the rendered document skeleton.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7 of 10, `07-slide-emphasis-lists.png`
- Type: Content
Narrative Goal:
Teach the syntax learners will use most often when writing readable notes.
Key Content:
- Headline: 强调和列表让重点一眼可见
- Sub-headline: 粗体、斜体、有序列表、无序列表，是日常写作高频组合
- Body:
  - 粗体：`**bold text**`
  - 斜体：`*italic text*`
  - 列表：`1.`、`-`、`*`、`+`
Visual:
Two clear sketch panels: left panel shows emphasis marks wrapping words; right panel shows ordered and unordered list examples with checkmarks. Use soft orange and sage green highlights.
Layout:
Layout: two-columns. Left column for emphasis examples, right column for list examples, with a hand-drawn divider.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8 of 10, `08-slide-code-formula.png`
- Type: Content
Narrative Goal:
Show why Markdown is especially useful for technical learning and documentation.
Key Content:
- Headline: 代码和公式是 Markdown 的强项
- Sub-headline: 技术文档、科研笔记和教程可以把示例直接写进正文
- Body:
  - 行内代码：`nano`
  - 代码块：多行示例
  - 公式：`$E = mc^2$`
Visual:
A hand-drawn dark code snippet card sitting on warm paper, with a small formula sticky note pinned beside it. Add simple annotation arrows for “行内代码”, “代码块”, “公式”.
Layout:
Layout: split-screen. Left side is code notebook snippet, right side is three short annotated teaching notes.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9 of 10, `09-slide-where-to-use.png`
- Type: Content
Narrative Goal:
Connect syntax learning to real-world contexts so beginners know where Markdown fits.
Key Content:
- Headline: Markdown 已经在很多写作场景里成为默认选择
- Sub-headline: 从 GitHub 到知识管理，它都适合需要长期维护的内容
- Body:
  - GitHub 项目文档
  - 技术博客与科研笔记
  - AI、程序开发与知识管理
Visual:
Six doodle tiles arranged like a pinboard: GitHub doc, blog, lab notes, software manual, AI prompt note, knowledge base. Use short labels only, no long paragraphs.
Layout:
Layout: icon-grid. Six icon tiles with short labels, arranged in two rows.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visual language, balance information density with clarity, and create memorable educational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ALL text MUST match the designated style exactly
- Title text: Large, bold, immediately readable
- Body text: Clear, legible, appropriate sizing
- Max 3-4 text elements per slide
- Font rendering must match the sketch-note style aesthetic
## Language
- Use Chinese for all slide text
- Write in direct, confident language
---
## STYLE_INSTRUCTIONS
&lt;STYLE_INSTRUCTIONS&gt;
Design Aesthetic: Soft hand-drawn illustration style with a fresh, refined educational note-taking feel. Use warm paper texture, casual doodle marks, sketchy arrows, and approachable handwritten-looking typography while keeping the information structure clear for beginners.
Background:
  Texture: Subtle warm paper grain with hand-drawn notebook energy.
  Base Color: Warm Off-White (#FAF8F0).
Typography:
  Headlines: Bold hand-written marker lettering with slightly uneven baseline, thick soft-edged strokes, playful but readable.
  Body: Clear casual handwritten round hard-pen style, legible and friendly, with slight natural variation.
Color Palette:
  Primary Text: Deep Charcoal (#2C3E50) - headlines and main body text.
  Secondary Text: Deep Brown (#4A4A4A) - explanatory notes and captions.
  Background: Warm Off-White (#FAF8F0) - paper-like base.
  Accent 1: Soft Orange (#F4A261) - highlights, underlines, and emphasis.
  Accent 2: Mustard Yellow (#E9C46A) - sticky-note callouts and secondary highlights.
  Accent 3: Sage Green (#87A96B) - growth, benefits, learning progress.
  Accent 4: Light Blue (#7EC8E3) - code, technology, examples.
  Accent 5: Red Brown (#A0522D) - grounding marks and small labels.
Visual Elements:
  - Hand-drawn wavy connection lines, arrows, brackets, circles, and underlines.
  - Doodle-style icons for document, code, list, Git, formula, and export concepts.
  - Rounded sketch cards and sticky-note blocks with color fills slightly offset from outlines.
  - Small decorative stars, spirals, ticks, and margin notes used sparingly.
  - Code examples rendered as notebook snippets, not glossy computer UI.
Density Guidelines:
  - Balanced density: 2-3 key points per content slide.
  - Keep generous whitespace and clear reading order.
  - Prefer one main visual metaphor plus a few supporting annotations.
Style Rules:
  Do: Keep layouts open, readable, friendly, and teaching-oriented. Use hand-drawn quality for all diagrams and allow small imperfections.
  Don't: Use perfect geometric shapes, photorealistic scenes, pure white backgrounds, slide numbers, footers, logos, or overcrowded walls of text.
&lt;/STYLE_INSTRUCTIONS&gt;
---
## SLIDE CONTENT
- Slide number and filename: Slide 10 of 10, `10-slide-back-cover.png`
- Type: Back Cover
Narrative Goal:
Close with a memorable takeaway and a small practice checklist.
Key Content:
- Headline: 先写结构，再让工具排版
- Body:
  - 从标题、段落、列表、代码块开始练习
  - 保持源码清楚，渲染效果更稳定
  - 下一步：写一份 README 或学习笔记
Visual:
A cheerful hand-drawn checklist on notebook paper: `# 标题`, `- 列表`, backtick code, `导出 PDF/PPT`. A pencil draws the final checkmark. Add small celebratory doodles around the edges.
Layout:
Layout: quote-callout. Large closing statement at top, checklist beneath it, clean whitespace.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2026-05-08T08:47:39Z</dcterms:created>
  <dcterms:modified xsi:type="dcterms:W3CDTF">2026-05-08T08:47:39Z</dcterms:modified>
</cp:coreProperties>
</file>